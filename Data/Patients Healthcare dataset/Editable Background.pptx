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EDCE"/>
    <a:srgbClr val="02575C"/>
    <a:srgbClr val="F1D4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1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F03E-E48D-4EEC-8665-BE8B68B2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C8898-98DB-473F-B326-FB3F6BD64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5F9E-13D5-48CF-970D-9A05AB5F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9EFC9-1CCB-4F79-BDC1-422C91FB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9CC6-B66B-45C6-8FEE-1F61FFBE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8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57D4-8E09-4806-8A3A-B97A0CFA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F803-0A36-4B54-87DF-5BBD0C7B9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2423E-59F9-4098-80B0-D67B5E6D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05E0-D159-458F-88A6-687A82F2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169D1-479C-48A7-9302-7083D2BB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260AD-447C-4CB7-BABB-740AE913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9825B-F138-485A-B1F2-A11BF737C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7E84E-0140-430A-A34B-A08B162C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8568E-BE5D-49ED-AE4E-BBA5800B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A3E2B-EE5D-4440-ADD1-4854595F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9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5373-B2CB-4689-876B-6E067C0F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087-686A-48C4-BEB0-71458E764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22C8A-CA81-4531-AF0F-8E7F26A32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9A7B-B486-4EE5-A76E-823796FB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B0451-2356-48BF-8079-EABB3D6B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DE626-ACF5-450D-B21A-07E6D683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9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004C-7E94-404B-90FD-8B1440B4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9ACCB-80A2-4E55-8F74-BA4454F99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EECD0-2F77-4284-B015-1EE95B686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90531-F261-4036-B4AB-36CC2752D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8B2DB-7A5C-417D-BF8E-220336A57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C3DA6-6CE2-4DD0-B520-94687834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F1DF3-12DD-41A3-8162-C984BC6A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F9B0F-E25A-496E-9416-998AA8F7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8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D580-F59E-4060-9EC9-C8B019CE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070B3-2175-4473-A150-25CC400C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093D7-DC9D-4963-BBEB-14A74151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56ED6-F78D-476A-8EAF-E9EF2AB9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6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61E7B-4667-45E9-999E-70F08D4C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7C17E-98DE-4399-A9BF-3287A99C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6EA47-D14B-494E-8D9E-8E1F7E84E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4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0B37-B08D-441F-9014-10AC379C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7F87B-2786-428F-B855-7388B61AE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4CC2B-AF7B-4876-AF89-B1C7CD67F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60DF9-4EC7-4E7E-8F63-960FDBF7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43194-3FFC-466C-9BC6-DDDCFABA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7A213-DF3E-45F8-88EF-0E6A822B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6A04-7EBF-4A27-898A-9BBDE8CF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FE68D5-10A1-4541-A431-A6DFE7109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A9567-6C5F-4C40-A35C-D8E835CF7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5A7C6-2E87-47F3-830A-0920E529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3D4FD-367F-4CF3-9921-D64E4984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3D27-D7CE-466D-AAC8-574FEA42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0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9E78-E565-45DF-B76A-73FB20C8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E8008-1312-4A06-9DF8-FBAEF0029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064FA-05E9-4724-8715-0DBFDB24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83A7-48AA-4111-ADCB-A6819428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DF17B-3512-4C4F-8F40-5C9D8F00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1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D65CBC-347F-4791-9396-182DD7445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E532C-E8A4-4A35-8106-CD699E98E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F05A-CE18-4A0E-84CE-B2733730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168B1-643F-4C8C-95B0-7D1F2840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22ADB-DBF0-4342-B891-AE406488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A99C7-17B3-435F-88CB-6722107E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B45F0-3320-4E48-A4B8-CE1026EF0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9507-13CD-47C6-B3E4-D7AF36538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B83A-8DBC-4138-8F8E-346F2B186E55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5FE77-CB00-4F2E-A392-E8F9A2EE0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40AD-529A-4BE2-BC49-21AD5F4E0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9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D9BA63F-AC42-45C9-8C70-4565C515748B}"/>
              </a:ext>
            </a:extLst>
          </p:cNvPr>
          <p:cNvSpPr/>
          <p:nvPr/>
        </p:nvSpPr>
        <p:spPr>
          <a:xfrm>
            <a:off x="3509439" y="1554608"/>
            <a:ext cx="3068185" cy="928465"/>
          </a:xfrm>
          <a:custGeom>
            <a:avLst/>
            <a:gdLst>
              <a:gd name="connsiteX0" fmla="*/ 137834 w 3068185"/>
              <a:gd name="connsiteY0" fmla="*/ 0 h 1856930"/>
              <a:gd name="connsiteX1" fmla="*/ 2931269 w 3068185"/>
              <a:gd name="connsiteY1" fmla="*/ 0 h 1856930"/>
              <a:gd name="connsiteX2" fmla="*/ 3068185 w 3068185"/>
              <a:gd name="connsiteY2" fmla="*/ 136916 h 1856930"/>
              <a:gd name="connsiteX3" fmla="*/ 3068185 w 3068185"/>
              <a:gd name="connsiteY3" fmla="*/ 1358293 h 1856930"/>
              <a:gd name="connsiteX4" fmla="*/ 2931269 w 3068185"/>
              <a:gd name="connsiteY4" fmla="*/ 1495209 h 1856930"/>
              <a:gd name="connsiteX5" fmla="*/ 646847 w 3068185"/>
              <a:gd name="connsiteY5" fmla="*/ 1495209 h 1856930"/>
              <a:gd name="connsiteX6" fmla="*/ 646847 w 3068185"/>
              <a:gd name="connsiteY6" fmla="*/ 1797698 h 1856930"/>
              <a:gd name="connsiteX7" fmla="*/ 587615 w 3068185"/>
              <a:gd name="connsiteY7" fmla="*/ 1856930 h 1856930"/>
              <a:gd name="connsiteX8" fmla="*/ 59232 w 3068185"/>
              <a:gd name="connsiteY8" fmla="*/ 1856930 h 1856930"/>
              <a:gd name="connsiteX9" fmla="*/ 0 w 3068185"/>
              <a:gd name="connsiteY9" fmla="*/ 1797698 h 1856930"/>
              <a:gd name="connsiteX10" fmla="*/ 0 w 3068185"/>
              <a:gd name="connsiteY10" fmla="*/ 420953 h 1856930"/>
              <a:gd name="connsiteX11" fmla="*/ 918 w 3068185"/>
              <a:gd name="connsiteY11" fmla="*/ 418737 h 1856930"/>
              <a:gd name="connsiteX12" fmla="*/ 918 w 3068185"/>
              <a:gd name="connsiteY12" fmla="*/ 136916 h 1856930"/>
              <a:gd name="connsiteX13" fmla="*/ 137834 w 3068185"/>
              <a:gd name="connsiteY13" fmla="*/ 0 h 185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8185" h="1856930">
                <a:moveTo>
                  <a:pt x="137834" y="0"/>
                </a:moveTo>
                <a:lnTo>
                  <a:pt x="2931269" y="0"/>
                </a:lnTo>
                <a:cubicBezTo>
                  <a:pt x="3006886" y="0"/>
                  <a:pt x="3068185" y="61299"/>
                  <a:pt x="3068185" y="136916"/>
                </a:cubicBezTo>
                <a:lnTo>
                  <a:pt x="3068185" y="1358293"/>
                </a:lnTo>
                <a:cubicBezTo>
                  <a:pt x="3068185" y="1433910"/>
                  <a:pt x="3006886" y="1495209"/>
                  <a:pt x="2931269" y="1495209"/>
                </a:cubicBezTo>
                <a:lnTo>
                  <a:pt x="646847" y="1495209"/>
                </a:lnTo>
                <a:lnTo>
                  <a:pt x="646847" y="1797698"/>
                </a:lnTo>
                <a:cubicBezTo>
                  <a:pt x="646847" y="1830411"/>
                  <a:pt x="620328" y="1856930"/>
                  <a:pt x="587615" y="1856930"/>
                </a:cubicBezTo>
                <a:lnTo>
                  <a:pt x="59232" y="1856930"/>
                </a:lnTo>
                <a:cubicBezTo>
                  <a:pt x="26519" y="1856930"/>
                  <a:pt x="0" y="1830411"/>
                  <a:pt x="0" y="1797698"/>
                </a:cubicBezTo>
                <a:lnTo>
                  <a:pt x="0" y="420953"/>
                </a:lnTo>
                <a:lnTo>
                  <a:pt x="918" y="418737"/>
                </a:lnTo>
                <a:lnTo>
                  <a:pt x="918" y="136916"/>
                </a:lnTo>
                <a:cubicBezTo>
                  <a:pt x="918" y="61299"/>
                  <a:pt x="62217" y="0"/>
                  <a:pt x="13783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B30082-0889-4E37-B68B-23B3CDF18ED5}"/>
              </a:ext>
            </a:extLst>
          </p:cNvPr>
          <p:cNvSpPr/>
          <p:nvPr/>
        </p:nvSpPr>
        <p:spPr>
          <a:xfrm>
            <a:off x="2261106" y="1554608"/>
            <a:ext cx="1701479" cy="145481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76D73B5C-4F62-4B21-99FC-EA36E59ADA0E}"/>
              </a:ext>
            </a:extLst>
          </p:cNvPr>
          <p:cNvSpPr/>
          <p:nvPr/>
        </p:nvSpPr>
        <p:spPr>
          <a:xfrm>
            <a:off x="4446815" y="2657789"/>
            <a:ext cx="2385452" cy="703257"/>
          </a:xfrm>
          <a:prstGeom prst="round2DiagRect">
            <a:avLst>
              <a:gd name="adj1" fmla="val 13482"/>
              <a:gd name="adj2" fmla="val 0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A1CFD4-D245-4CE5-A2DB-1628DBA25100}"/>
              </a:ext>
            </a:extLst>
          </p:cNvPr>
          <p:cNvSpPr/>
          <p:nvPr/>
        </p:nvSpPr>
        <p:spPr>
          <a:xfrm>
            <a:off x="559627" y="1819784"/>
            <a:ext cx="1701479" cy="1454810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E001B745-9B12-E71F-5DAC-F26A26071299}"/>
              </a:ext>
            </a:extLst>
          </p:cNvPr>
          <p:cNvGrpSpPr/>
          <p:nvPr/>
        </p:nvGrpSpPr>
        <p:grpSpPr>
          <a:xfrm>
            <a:off x="104274" y="70569"/>
            <a:ext cx="11986126" cy="6698530"/>
            <a:chOff x="104274" y="70569"/>
            <a:chExt cx="11986126" cy="669853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5C46645-95D7-B071-7ECE-2870196115A4}"/>
                </a:ext>
              </a:extLst>
            </p:cNvPr>
            <p:cNvGrpSpPr/>
            <p:nvPr/>
          </p:nvGrpSpPr>
          <p:grpSpPr>
            <a:xfrm>
              <a:off x="104274" y="485775"/>
              <a:ext cx="11986126" cy="6283324"/>
              <a:chOff x="104274" y="371474"/>
              <a:chExt cx="11986126" cy="6397625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34D3532C-66F2-AC5D-62A8-3C31D809EC2D}"/>
                  </a:ext>
                </a:extLst>
              </p:cNvPr>
              <p:cNvGrpSpPr/>
              <p:nvPr/>
            </p:nvGrpSpPr>
            <p:grpSpPr>
              <a:xfrm>
                <a:off x="104274" y="371474"/>
                <a:ext cx="11986126" cy="6397625"/>
                <a:chOff x="104274" y="101600"/>
                <a:chExt cx="11986126" cy="6667500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0C7ECCAF-1D00-8468-5FEE-96DE4C21D2A9}"/>
                    </a:ext>
                  </a:extLst>
                </p:cNvPr>
                <p:cNvGrpSpPr/>
                <p:nvPr/>
              </p:nvGrpSpPr>
              <p:grpSpPr>
                <a:xfrm>
                  <a:off x="104274" y="101600"/>
                  <a:ext cx="11986126" cy="6667500"/>
                  <a:chOff x="104274" y="211753"/>
                  <a:chExt cx="11906350" cy="6434492"/>
                </a:xfrm>
              </p:grpSpPr>
              <p:sp>
                <p:nvSpPr>
                  <p:cNvPr id="4" name="Rectangle: Rounded Corners 3">
                    <a:extLst>
                      <a:ext uri="{FF2B5EF4-FFF2-40B4-BE49-F238E27FC236}">
                        <a16:creationId xmlns:a16="http://schemas.microsoft.com/office/drawing/2014/main" id="{5EC7BB8D-7511-6FCA-F191-E60D43D045B8}"/>
                      </a:ext>
                    </a:extLst>
                  </p:cNvPr>
                  <p:cNvSpPr/>
                  <p:nvPr/>
                </p:nvSpPr>
                <p:spPr>
                  <a:xfrm>
                    <a:off x="105876" y="211754"/>
                    <a:ext cx="3245973" cy="2207694"/>
                  </a:xfrm>
                  <a:prstGeom prst="roundRect">
                    <a:avLst/>
                  </a:prstGeom>
                  <a:solidFill>
                    <a:srgbClr val="02575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" name="Rectangle: Diagonal Corners Rounded 4">
                    <a:extLst>
                      <a:ext uri="{FF2B5EF4-FFF2-40B4-BE49-F238E27FC236}">
                        <a16:creationId xmlns:a16="http://schemas.microsoft.com/office/drawing/2014/main" id="{AAFBBE9A-F6CD-62DE-3000-294B6D6DA0BA}"/>
                      </a:ext>
                    </a:extLst>
                  </p:cNvPr>
                  <p:cNvSpPr/>
                  <p:nvPr/>
                </p:nvSpPr>
                <p:spPr>
                  <a:xfrm>
                    <a:off x="3465598" y="211754"/>
                    <a:ext cx="1194935" cy="2207693"/>
                  </a:xfrm>
                  <a:prstGeom prst="round2DiagRect">
                    <a:avLst/>
                  </a:prstGeom>
                  <a:solidFill>
                    <a:schemeClr val="bg1">
                      <a:lumMod val="85000"/>
                      <a:alpha val="40000"/>
                    </a:schemeClr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6" name="Rectangle: Diagonal Corners Rounded 5">
                    <a:extLst>
                      <a:ext uri="{FF2B5EF4-FFF2-40B4-BE49-F238E27FC236}">
                        <a16:creationId xmlns:a16="http://schemas.microsoft.com/office/drawing/2014/main" id="{9D944800-D9D0-ED9B-286C-8BCA752A2394}"/>
                      </a:ext>
                    </a:extLst>
                  </p:cNvPr>
                  <p:cNvSpPr/>
                  <p:nvPr/>
                </p:nvSpPr>
                <p:spPr>
                  <a:xfrm>
                    <a:off x="5285926" y="211753"/>
                    <a:ext cx="1194935" cy="2207694"/>
                  </a:xfrm>
                  <a:prstGeom prst="round2DiagRect">
                    <a:avLst/>
                  </a:prstGeom>
                  <a:solidFill>
                    <a:schemeClr val="bg1">
                      <a:lumMod val="75000"/>
                      <a:alpha val="50000"/>
                    </a:schemeClr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" name="Rectangle: Diagonal Corners Rounded 6">
                    <a:extLst>
                      <a:ext uri="{FF2B5EF4-FFF2-40B4-BE49-F238E27FC236}">
                        <a16:creationId xmlns:a16="http://schemas.microsoft.com/office/drawing/2014/main" id="{5C3174AE-DDBF-6C27-C5C2-5053BA6845CE}"/>
                      </a:ext>
                    </a:extLst>
                  </p:cNvPr>
                  <p:cNvSpPr/>
                  <p:nvPr/>
                </p:nvSpPr>
                <p:spPr>
                  <a:xfrm>
                    <a:off x="7106254" y="211753"/>
                    <a:ext cx="1194935" cy="2207694"/>
                  </a:xfrm>
                  <a:prstGeom prst="round2DiagRect">
                    <a:avLst/>
                  </a:prstGeom>
                  <a:solidFill>
                    <a:schemeClr val="bg1">
                      <a:lumMod val="85000"/>
                      <a:alpha val="40000"/>
                    </a:schemeClr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8" name="Rectangle: Diagonal Corners Rounded 7">
                    <a:extLst>
                      <a:ext uri="{FF2B5EF4-FFF2-40B4-BE49-F238E27FC236}">
                        <a16:creationId xmlns:a16="http://schemas.microsoft.com/office/drawing/2014/main" id="{29648F06-D3B2-77C9-0C67-C2E3302E77C8}"/>
                      </a:ext>
                    </a:extLst>
                  </p:cNvPr>
                  <p:cNvSpPr/>
                  <p:nvPr/>
                </p:nvSpPr>
                <p:spPr>
                  <a:xfrm>
                    <a:off x="8392028" y="211753"/>
                    <a:ext cx="3618596" cy="1260913"/>
                  </a:xfrm>
                  <a:prstGeom prst="round2DiagRect">
                    <a:avLst/>
                  </a:prstGeom>
                  <a:solidFill>
                    <a:srgbClr val="C2EDC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EE5182F8-2245-9238-D051-F6F56EEB698C}"/>
                      </a:ext>
                    </a:extLst>
                  </p:cNvPr>
                  <p:cNvSpPr/>
                  <p:nvPr/>
                </p:nvSpPr>
                <p:spPr>
                  <a:xfrm>
                    <a:off x="8392028" y="1549667"/>
                    <a:ext cx="3618596" cy="2888883"/>
                  </a:xfrm>
                  <a:prstGeom prst="roundRect">
                    <a:avLst>
                      <a:gd name="adj" fmla="val 6177"/>
                    </a:avLst>
                  </a:prstGeom>
                  <a:solidFill>
                    <a:schemeClr val="bg1">
                      <a:lumMod val="85000"/>
                      <a:alpha val="40000"/>
                    </a:schemeClr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0" name="Rectangle: Rounded Corners 9">
                    <a:extLst>
                      <a:ext uri="{FF2B5EF4-FFF2-40B4-BE49-F238E27FC236}">
                        <a16:creationId xmlns:a16="http://schemas.microsoft.com/office/drawing/2014/main" id="{A73F3150-725F-ACDA-CC22-76BB5DE4A1F9}"/>
                      </a:ext>
                    </a:extLst>
                  </p:cNvPr>
                  <p:cNvSpPr/>
                  <p:nvPr/>
                </p:nvSpPr>
                <p:spPr>
                  <a:xfrm>
                    <a:off x="105876" y="2492941"/>
                    <a:ext cx="4417997" cy="1945609"/>
                  </a:xfrm>
                  <a:prstGeom prst="roundRect">
                    <a:avLst>
                      <a:gd name="adj" fmla="val 9741"/>
                    </a:avLst>
                  </a:prstGeom>
                  <a:solidFill>
                    <a:schemeClr val="bg1">
                      <a:lumMod val="85000"/>
                      <a:alpha val="40000"/>
                    </a:schemeClr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1" name="Rectangle: Rounded Corners 10">
                    <a:extLst>
                      <a:ext uri="{FF2B5EF4-FFF2-40B4-BE49-F238E27FC236}">
                        <a16:creationId xmlns:a16="http://schemas.microsoft.com/office/drawing/2014/main" id="{D75AB33D-ACC3-2754-BC34-182DF027CBDC}"/>
                      </a:ext>
                    </a:extLst>
                  </p:cNvPr>
                  <p:cNvSpPr/>
                  <p:nvPr/>
                </p:nvSpPr>
                <p:spPr>
                  <a:xfrm>
                    <a:off x="4614713" y="2492941"/>
                    <a:ext cx="3686476" cy="1945609"/>
                  </a:xfrm>
                  <a:prstGeom prst="roundRect">
                    <a:avLst>
                      <a:gd name="adj" fmla="val 8257"/>
                    </a:avLst>
                  </a:prstGeom>
                  <a:solidFill>
                    <a:schemeClr val="bg1">
                      <a:lumMod val="75000"/>
                      <a:alpha val="50000"/>
                    </a:schemeClr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2" name="Rectangle: Rounded Corners 11">
                    <a:extLst>
                      <a:ext uri="{FF2B5EF4-FFF2-40B4-BE49-F238E27FC236}">
                        <a16:creationId xmlns:a16="http://schemas.microsoft.com/office/drawing/2014/main" id="{CA8E703E-58E6-E7BB-0A91-4835FE22E22B}"/>
                      </a:ext>
                    </a:extLst>
                  </p:cNvPr>
                  <p:cNvSpPr/>
                  <p:nvPr/>
                </p:nvSpPr>
                <p:spPr>
                  <a:xfrm>
                    <a:off x="105876" y="4512042"/>
                    <a:ext cx="4417997" cy="2134200"/>
                  </a:xfrm>
                  <a:prstGeom prst="roundRect">
                    <a:avLst>
                      <a:gd name="adj" fmla="val 11225"/>
                    </a:avLst>
                  </a:prstGeom>
                  <a:solidFill>
                    <a:schemeClr val="bg1">
                      <a:lumMod val="85000"/>
                      <a:alpha val="40000"/>
                    </a:schemeClr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3" name="Rectangle: Rounded Corners 12">
                    <a:extLst>
                      <a:ext uri="{FF2B5EF4-FFF2-40B4-BE49-F238E27FC236}">
                        <a16:creationId xmlns:a16="http://schemas.microsoft.com/office/drawing/2014/main" id="{2FC63A75-E743-CCCB-3919-43927B8340E6}"/>
                      </a:ext>
                    </a:extLst>
                  </p:cNvPr>
                  <p:cNvSpPr/>
                  <p:nvPr/>
                </p:nvSpPr>
                <p:spPr>
                  <a:xfrm>
                    <a:off x="6601528" y="4512042"/>
                    <a:ext cx="5409096" cy="2134203"/>
                  </a:xfrm>
                  <a:prstGeom prst="roundRect">
                    <a:avLst>
                      <a:gd name="adj" fmla="val 8612"/>
                    </a:avLst>
                  </a:prstGeom>
                  <a:solidFill>
                    <a:schemeClr val="bg1">
                      <a:lumMod val="85000"/>
                      <a:alpha val="40000"/>
                    </a:schemeClr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8" name="Rectangle: Diagonal Corners Rounded 17">
                    <a:extLst>
                      <a:ext uri="{FF2B5EF4-FFF2-40B4-BE49-F238E27FC236}">
                        <a16:creationId xmlns:a16="http://schemas.microsoft.com/office/drawing/2014/main" id="{EF8C5FDE-71E5-6E31-451D-36EB6ECFCDFF}"/>
                      </a:ext>
                    </a:extLst>
                  </p:cNvPr>
                  <p:cNvSpPr/>
                  <p:nvPr/>
                </p:nvSpPr>
                <p:spPr>
                  <a:xfrm>
                    <a:off x="4629626" y="4512042"/>
                    <a:ext cx="1866148" cy="2134200"/>
                  </a:xfrm>
                  <a:prstGeom prst="round2DiagRect">
                    <a:avLst/>
                  </a:prstGeom>
                  <a:solidFill>
                    <a:srgbClr val="02575C"/>
                  </a:solidFill>
                  <a:ln>
                    <a:noFill/>
                  </a:ln>
                  <a:effectLst>
                    <a:outerShdw blurRad="63500" sx="102000" sy="102000" algn="ctr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02341804-152A-B4BE-3EBB-CA6538EAFAFD}"/>
                      </a:ext>
                    </a:extLst>
                  </p:cNvPr>
                  <p:cNvSpPr/>
                  <p:nvPr/>
                </p:nvSpPr>
                <p:spPr>
                  <a:xfrm>
                    <a:off x="104274" y="279133"/>
                    <a:ext cx="3177941" cy="206682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B3A9BA3F-E687-3464-EA4E-7E98350577E3}"/>
                    </a:ext>
                  </a:extLst>
                </p:cNvPr>
                <p:cNvSpPr/>
                <p:nvPr/>
              </p:nvSpPr>
              <p:spPr>
                <a:xfrm>
                  <a:off x="3733455" y="171420"/>
                  <a:ext cx="712270" cy="712270"/>
                </a:xfrm>
                <a:prstGeom prst="ellipse">
                  <a:avLst/>
                </a:prstGeom>
                <a:solidFill>
                  <a:srgbClr val="02575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33E26905-76D1-3E49-1B5A-A1F675F6A7AF}"/>
                    </a:ext>
                  </a:extLst>
                </p:cNvPr>
                <p:cNvSpPr/>
                <p:nvPr/>
              </p:nvSpPr>
              <p:spPr>
                <a:xfrm>
                  <a:off x="5565980" y="171420"/>
                  <a:ext cx="712270" cy="712270"/>
                </a:xfrm>
                <a:prstGeom prst="ellipse">
                  <a:avLst/>
                </a:prstGeom>
                <a:solidFill>
                  <a:srgbClr val="F1D4B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1A1C3DD6-1D4C-0A75-E99F-C2112F81E646}"/>
                    </a:ext>
                  </a:extLst>
                </p:cNvPr>
                <p:cNvSpPr/>
                <p:nvPr/>
              </p:nvSpPr>
              <p:spPr>
                <a:xfrm>
                  <a:off x="7398504" y="171420"/>
                  <a:ext cx="712270" cy="712270"/>
                </a:xfrm>
                <a:prstGeom prst="ellipse">
                  <a:avLst/>
                </a:prstGeom>
                <a:solidFill>
                  <a:srgbClr val="C2EDC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B3D84C9-27F6-B0AF-BEA1-C144AB860AF5}"/>
                  </a:ext>
                </a:extLst>
              </p:cNvPr>
              <p:cNvSpPr/>
              <p:nvPr/>
            </p:nvSpPr>
            <p:spPr>
              <a:xfrm>
                <a:off x="4750005" y="4735426"/>
                <a:ext cx="570640" cy="570640"/>
              </a:xfrm>
              <a:prstGeom prst="ellipse">
                <a:avLst/>
              </a:prstGeom>
              <a:solidFill>
                <a:srgbClr val="F1D4B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15684F5-5078-3EDC-B163-5C876FFADA0D}"/>
                  </a:ext>
                </a:extLst>
              </p:cNvPr>
              <p:cNvSpPr/>
              <p:nvPr/>
            </p:nvSpPr>
            <p:spPr>
              <a:xfrm>
                <a:off x="4743314" y="5424888"/>
                <a:ext cx="570640" cy="5706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CB6A72D-D153-6182-18ED-34D13695C351}"/>
                  </a:ext>
                </a:extLst>
              </p:cNvPr>
              <p:cNvSpPr/>
              <p:nvPr/>
            </p:nvSpPr>
            <p:spPr>
              <a:xfrm>
                <a:off x="4746659" y="6114350"/>
                <a:ext cx="570640" cy="570640"/>
              </a:xfrm>
              <a:prstGeom prst="ellipse">
                <a:avLst/>
              </a:prstGeom>
              <a:solidFill>
                <a:srgbClr val="C2ED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pic>
          <p:nvPicPr>
            <p:cNvPr id="37" name="Picture 3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6110E21-49DC-7E29-4546-EAAE0C6C1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0766" y="643448"/>
              <a:ext cx="467745" cy="467745"/>
            </a:xfrm>
            <a:prstGeom prst="rect">
              <a:avLst/>
            </a:prstGeom>
          </p:spPr>
        </p:pic>
        <p:pic>
          <p:nvPicPr>
            <p:cNvPr id="39" name="Picture 3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D5FDD458-53FF-10C3-8083-56473AD37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5699" y="6167241"/>
              <a:ext cx="519252" cy="519252"/>
            </a:xfrm>
            <a:prstGeom prst="rect">
              <a:avLst/>
            </a:prstGeom>
          </p:spPr>
        </p:pic>
        <p:pic>
          <p:nvPicPr>
            <p:cNvPr id="43" name="Picture 4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DD78BAC-3F57-395A-BB3E-8E19912A7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9100" y="4861682"/>
              <a:ext cx="380600" cy="380600"/>
            </a:xfrm>
            <a:prstGeom prst="rect">
              <a:avLst/>
            </a:prstGeom>
          </p:spPr>
        </p:pic>
        <p:pic>
          <p:nvPicPr>
            <p:cNvPr id="45" name="Picture 4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E912CA1-4309-7607-591B-01640FC3A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59987">
              <a:off x="191781" y="70569"/>
              <a:ext cx="418611" cy="418611"/>
            </a:xfrm>
            <a:prstGeom prst="rect">
              <a:avLst/>
            </a:prstGeom>
          </p:spPr>
        </p:pic>
        <p:pic>
          <p:nvPicPr>
            <p:cNvPr id="47" name="Picture 4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937BA8B-8FFE-D895-5862-ACA3588F0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0950" y="5528721"/>
              <a:ext cx="368750" cy="368750"/>
            </a:xfrm>
            <a:prstGeom prst="rect">
              <a:avLst/>
            </a:prstGeom>
          </p:spPr>
        </p:pic>
        <p:pic>
          <p:nvPicPr>
            <p:cNvPr id="49" name="Picture 4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C408EAF-B8DA-BC4F-418D-C670867CC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9111" y="653314"/>
              <a:ext cx="448015" cy="448015"/>
            </a:xfrm>
            <a:prstGeom prst="rect">
              <a:avLst/>
            </a:prstGeom>
          </p:spPr>
        </p:pic>
        <p:pic>
          <p:nvPicPr>
            <p:cNvPr id="51" name="Picture 5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EC4F83F-7BAB-5525-C550-782E82616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8106" y="653314"/>
              <a:ext cx="448018" cy="4480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618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Ismaila Mumuni</dc:creator>
  <cp:lastModifiedBy>Bathini, Sairam</cp:lastModifiedBy>
  <cp:revision>10</cp:revision>
  <dcterms:created xsi:type="dcterms:W3CDTF">2023-12-06T06:56:06Z</dcterms:created>
  <dcterms:modified xsi:type="dcterms:W3CDTF">2025-09-08T04:11:16Z</dcterms:modified>
</cp:coreProperties>
</file>